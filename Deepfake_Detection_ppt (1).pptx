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1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7:notes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 [Group: G00] [Sem:2nd]</a:t>
            </a:r>
            <a:endParaRPr/>
          </a:p>
        </p:txBody>
      </p:sp>
      <p:sp>
        <p:nvSpPr>
          <p:cNvPr id="127" name="Google Shape;127;p7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8:notes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 [Group: G00] [Sem:2nd]</a:t>
            </a:r>
            <a:endParaRPr/>
          </a:p>
        </p:txBody>
      </p:sp>
      <p:sp>
        <p:nvSpPr>
          <p:cNvPr id="136" name="Google Shape;136;p8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1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12:notes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 [Group: G00] [Sem:2nd]</a:t>
            </a:r>
            <a:endParaRPr/>
          </a:p>
        </p:txBody>
      </p:sp>
      <p:sp>
        <p:nvSpPr>
          <p:cNvPr id="174" name="Google Shape;174;p12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 rot="10800000" flipH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" name="Google Shape;16;p1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1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" name="Google Shape;22;p1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" name="Google Shape;24;p1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1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Industry Oriented Hands on Experience (22CS422)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Deepfake Detection Using CNN</a:t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Monika Aggarwal</a:t>
            </a: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2078641" y="2828835"/>
            <a:ext cx="270625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Piyush Kapoor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Raghav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Baluni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Prabal Rai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Rahul Choudhary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4969170" y="2838667"/>
            <a:ext cx="270625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2210990651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2210990696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2210990657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2210990703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0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152802" y="1196857"/>
            <a:ext cx="8838720" cy="5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Deepfake technology uses Artificial Intelligence (AI) and Deep Learning to create realistic fake images and videos.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manipulate facial expressions, voices, and identities, making fake content appear real.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deepfakes have applications in entertainment and media, they also pose serious threats such as misinformation, identity theft, and cybercrime.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deepfakes has become an important challenge in digital security and media authenticity.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Convolutional Neural Network (CNN)-based approach for identifying manipulated content with high accuracy.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0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152640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Deepfake technology can create highly realistic fake images and videos that are difficult to identify manually. </a:t>
            </a:r>
          </a:p>
          <a:p>
            <a:pPr lvl="0" algn="just">
              <a:buSzPts val="2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misuse of deepfakes leads to misinformation, identity theft, cybercrime, and privacy issues. </a:t>
            </a:r>
          </a:p>
          <a:p>
            <a:pPr lvl="0" algn="just">
              <a:buSzPts val="2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detection methods are not effective against advanced AI-generated deepfakes. </a:t>
            </a:r>
          </a:p>
          <a:p>
            <a:pPr lvl="0" algn="just">
              <a:buSzPts val="2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and accurate CNN-based system to detect manipulated media and ensure digital authenticity.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30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152640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3429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deepfake detection system using Convolutional Neural</a:t>
            </a:r>
          </a:p>
          <a:p>
            <a:pPr marL="342900" lvl="0" indent="-215900" algn="just">
              <a:buClr>
                <a:schemeClr val="dk1"/>
              </a:buClr>
              <a:buSzPts val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Networks (CNNs). </a:t>
            </a:r>
          </a:p>
          <a:p>
            <a:pPr marL="342900" lvl="0" indent="-215900" algn="just">
              <a:buClr>
                <a:schemeClr val="dk1"/>
              </a:buClr>
              <a:buSzPts val="2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lvl="0" indent="-3429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and classify real and manipulated images/videos with high accuracy.</a:t>
            </a:r>
          </a:p>
          <a:p>
            <a:pPr marL="469900" lvl="0" indent="-3429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lvl="0" indent="-3429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visual inconsistencies and features present in deepfake content. </a:t>
            </a:r>
          </a:p>
          <a:p>
            <a:pPr marL="469900" lvl="0" indent="-3429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lvl="0" indent="-3429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digital security and reduce the spread of misinformation through automated detection.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152640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and deepfake images/videos are collected from publicly available datasets such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FaceForensics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++. </a:t>
            </a:r>
          </a:p>
          <a:p>
            <a:pPr marL="342900" lvl="0" indent="-342900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frames are extracted, resized, normalized, and augmented to improve model performance and reduce overfitting. </a:t>
            </a:r>
          </a:p>
          <a:p>
            <a:pPr marL="342900" lvl="0" indent="-342900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 Development: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Convolutional Neural Network (CNN) is designed to automatically extract features and identify manipulated content. </a:t>
            </a:r>
          </a:p>
          <a:p>
            <a:pPr marL="342900" lvl="0" indent="-342900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Testing: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divided into training and testing sets, and the CNN model is trained using deep learning techniques. </a:t>
            </a:r>
          </a:p>
          <a:p>
            <a:pPr marL="342900" lvl="0" indent="-342900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evaluated using metrics such as Accuracy, Precision, Recall, and F1-score to measure detection performance.</a:t>
            </a:r>
            <a:endParaRPr sz="20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Flowchart</a:t>
            </a: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152640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n enhanced deep learning framework for DeepFake detection using EfficientNet-B3 comparative evaluation of deep and machine learning techniques | Discover Computing | Springer Nature Link">
            <a:extLst>
              <a:ext uri="{FF2B5EF4-FFF2-40B4-BE49-F238E27FC236}">
                <a16:creationId xmlns:a16="http://schemas.microsoft.com/office/drawing/2014/main" id="{35F3FB62-4AFC-AE1C-9D4E-856228F73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77" y="909687"/>
            <a:ext cx="8170607" cy="55273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152640" y="1109742"/>
            <a:ext cx="8838720" cy="506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Monitoring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and prevents the spread of fake or manipulated videos online. </a:t>
            </a:r>
          </a:p>
          <a:p>
            <a:pPr marL="342900" lvl="0" indent="-342900" algn="just">
              <a:buClr>
                <a:schemeClr val="dk1"/>
              </a:buClr>
              <a:buSzPts val="2000"/>
              <a:buFont typeface="Arial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Helps prevent identity theft, impersonation, and digital fraud.</a:t>
            </a:r>
          </a:p>
          <a:p>
            <a:pPr marL="342900" lvl="0" indent="-342900" algn="just">
              <a:buClr>
                <a:schemeClr val="dk1"/>
              </a:buClr>
              <a:buSzPts val="2000"/>
              <a:buFont typeface="Arial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Forensics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Assists investigators in verifying the authenticity of multimedia evidence. </a:t>
            </a:r>
          </a:p>
          <a:p>
            <a:pPr marL="342900" lvl="0" indent="-342900" algn="just">
              <a:buClr>
                <a:schemeClr val="dk1"/>
              </a:buClr>
              <a:buSzPts val="2000"/>
              <a:buFont typeface="Arial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and Journalism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Ensures credibility of news content by identifying fake media. </a:t>
            </a:r>
          </a:p>
          <a:p>
            <a:pPr lvl="0" algn="just">
              <a:buClr>
                <a:schemeClr val="dk1"/>
              </a:buClr>
              <a:buSzPts val="2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and Authentication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Prevents misuse of facial recognition systems and fake identity verification. </a:t>
            </a:r>
          </a:p>
          <a:p>
            <a:pPr marL="342900" lvl="0" indent="-342900" algn="just">
              <a:buClr>
                <a:schemeClr val="dk1"/>
              </a:buClr>
              <a:buSzPts val="2000"/>
              <a:buFont typeface="Arial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Entertainment Industry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Helps monitor and control unauthorized use of deepfake technology.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/ Output</a:t>
            </a:r>
            <a:endParaRPr sz="3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34995F-FEE0-D9F6-7031-8516DD9114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4332" y="957411"/>
            <a:ext cx="8815336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CNN-based Deepfake Detection System for identifying manipulated images and videos. 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was trained using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FaceForensics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++ and DFDC datasets containing real and fake media samples. 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techniques such as frame extraction, face detection, resizing, and normalization improved model performance. 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 architectures such as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Xception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effectively extracted visual and spatial manipulation features. 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model achieved high performance with: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Accuracy – 94.5%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Precision – 95.0%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Recall – 94.0%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F1-Score – 94.5%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AUC – 0.96 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Results: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True Positives – 480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True Negatives – 475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False Positives – 20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False Negatives – 25 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ROC Curve and performance graphs confirmed strong classification capability and reliable detection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152640" y="1009714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 CNN-based approach for detecting deepfake images and videos effectively.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capable of identifying manipulated content by analyzing visual inconsistencies and hidden patterns.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show that deep learning techniques can achieve high accuracy in deepfake detection.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helps improve digital security, media authenticity, and reduces the spread of misinformation.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/>
        </p:nvSpPr>
        <p:spPr>
          <a:xfrm>
            <a:off x="1211596" y="2723029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749</Words>
  <Application>Microsoft Office PowerPoint</Application>
  <PresentationFormat>On-screen Show (4:3)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Prabal Rai</dc:creator>
  <cp:lastModifiedBy>Prabal Rai</cp:lastModifiedBy>
  <cp:revision>4</cp:revision>
  <dcterms:modified xsi:type="dcterms:W3CDTF">2026-05-15T06:02:02Z</dcterms:modified>
</cp:coreProperties>
</file>